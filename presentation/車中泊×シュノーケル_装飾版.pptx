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3" Type="http://schemas.openxmlformats.org/officeDocument/2006/relationships/image" Target="../media/image7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4F72"/>
                </a:solidFill>
                <a:latin typeface="Yu Gothic"/>
              </a:defRPr>
            </a:pPr>
            <a:r>
              <a:t>家族8人でも最強に楽しめる</a:t>
            </a:r>
            <a:br/>
            <a:r>
              <a:t>車中泊×シュノーケル</a:t>
            </a:r>
          </a:p>
          <a:p>
            <a:pPr>
              <a:spcBef>
                <a:spcPts val="1200"/>
              </a:spcBef>
              <a:defRPr sz="2000">
                <a:solidFill>
                  <a:srgbClr val="1B4F72"/>
                </a:solidFill>
                <a:latin typeface="Yu Gothic"/>
              </a:defRPr>
            </a:pPr>
            <a:r>
              <a:t>子ども6人・ハイエースで海へ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8229600" cy="484632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>
                <a:solidFill>
                  <a:srgbClr val="2C3E50"/>
                </a:solidFill>
                <a:latin typeface="Yu Gothic"/>
              </a:defRPr>
            </a:pPr>
            <a:r>
              <a:t>【ここに画像を挿入】</a:t>
            </a:r>
            <a:br/>
            <a:r>
              <a:t>検索: 海 子ども 後ろ姿 家族</a:t>
            </a:r>
            <a:br/>
            <a:r>
              <a:t>縦横比: 16:9 推奨</a:t>
            </a:r>
            <a:br/>
            <a:r>
              <a:t>雰囲気: 明るい海、家族の一体感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4FC05BB-A839-6BB7-6E34-B48D928D2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37" y="1521618"/>
            <a:ext cx="7019925" cy="526494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自己紹介＋導入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子ども6人の8人家族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ハイエースで車中泊しながら海へ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海での子どもたちのリアクション（感情描写）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そこで出会ったのが「シュノーケル」でした。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シュノーケルとは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特別な資格不要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浅瀬でOK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子どもでもできる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Yu Gothic"/>
              </a:defRPr>
            </a:pPr>
            <a:r>
              <a:t>最も始めやすいマリンスポーツ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マリンスポーツの全体像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【手軽ゾーン】シュノーケル / SUP / カヤック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【本格潜水】スキューバダイビング / フリーダイビング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【ライド系】サーフィン / ジェットスキー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【体験レジャー】バナナボート / パラセーリング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Yu Gothic"/>
              </a:defRPr>
            </a:pPr>
            <a:r>
              <a:t>この中で、最も参入障壁が低いのがシュノーケルです。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大家族視点での比較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ダイビング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サーフィン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技術習得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不要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必須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年齢対応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幅広い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制限あり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家族同時参加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×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シュノーケルの立ち位置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入口でありながら、装備次第で本格スポーツに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参入難易度：最も低い / 装備コスト：最も安い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年齢対応幅：最も広い / 家族適性：最強クラス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Yu Gothic"/>
              </a:defRPr>
            </a:pPr>
            <a:r>
              <a:t>「ただの海遊び」ではなく、最も裾野が広いマリンスポーツ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名古屋から行けるおすすめ4選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① 水晶浜（福井）— ファミリー入門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② 水島（福井）— 北陸のハワイ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③ ヒリゾ浜（静岡）— 本州トップ級の透明度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④ 串本（和歌山）— 世界最北のサンゴ礁 ※実体験厚め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t>【画像】</a:t>
            </a:r>
            <a:br/>
            <a:r>
              <a:t>検索: 水晶浜 福井 海</a:t>
            </a:r>
            <a:br/>
            <a:r>
              <a:t>比: 4:5</a:t>
            </a:r>
            <a:br/>
            <a:r>
              <a:t>雰囲気: 遠浅・透明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① 水晶浜（福井）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遠浅で子連れ最強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透明度が高い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アクセス良好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→ ファミリー入門に最適</a:t>
            </a: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64418065-5F3C-5A0D-8B83-18780516E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274320"/>
            <a:ext cx="3812540" cy="571881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t>【画像】</a:t>
            </a:r>
            <a:br/>
            <a:r>
              <a:t>検索: 水島 福井 船 海岸</a:t>
            </a:r>
            <a:br/>
            <a:r>
              <a:t>比: 4:5</a:t>
            </a:r>
            <a:br/>
            <a:r>
              <a:t>雰囲気: 非日常・南国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② 水島（福井）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船で渡る特別感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「北陸のハワイ」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子どもテンションMAX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→ 非日常体験ができる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E0D4393-AE3E-EDB9-3F8C-88B8E024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996440"/>
            <a:ext cx="7048500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rPr dirty="0"/>
              <a:t>【</a:t>
            </a:r>
            <a:r>
              <a:rPr dirty="0" err="1"/>
              <a:t>画像</a:t>
            </a:r>
            <a:r>
              <a:rPr dirty="0"/>
              <a:t>】</a:t>
            </a:r>
            <a:br>
              <a:rPr dirty="0"/>
            </a:br>
            <a:r>
              <a:rPr dirty="0" err="1"/>
              <a:t>検索</a:t>
            </a:r>
            <a:r>
              <a:rPr dirty="0"/>
              <a:t>: </a:t>
            </a:r>
            <a:r>
              <a:rPr dirty="0" err="1"/>
              <a:t>ヒリゾ浜</a:t>
            </a:r>
            <a:r>
              <a:rPr dirty="0"/>
              <a:t> </a:t>
            </a:r>
            <a:r>
              <a:rPr dirty="0" err="1"/>
              <a:t>静岡</a:t>
            </a:r>
            <a:r>
              <a:rPr dirty="0"/>
              <a:t> </a:t>
            </a:r>
            <a:r>
              <a:rPr dirty="0" err="1"/>
              <a:t>透明度</a:t>
            </a:r>
            <a:br>
              <a:rPr dirty="0"/>
            </a:br>
            <a:r>
              <a:rPr dirty="0"/>
              <a:t>比: 4:5</a:t>
            </a:r>
            <a:br>
              <a:rPr dirty="0"/>
            </a:br>
            <a:r>
              <a:rPr dirty="0" err="1"/>
              <a:t>雰囲気</a:t>
            </a:r>
            <a:r>
              <a:rPr dirty="0"/>
              <a:t>: </a:t>
            </a:r>
            <a:r>
              <a:rPr dirty="0" err="1"/>
              <a:t>青く澄んだ海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③ ヒリゾ浜（静岡）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本州トップ級の透明度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魚の量が段違い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やや上級者向け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→ 感動体験枠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03684E5-49A0-E32D-68EA-511D93C10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849630"/>
            <a:ext cx="5276850" cy="52768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rPr dirty="0"/>
              <a:t>【</a:t>
            </a:r>
            <a:r>
              <a:rPr dirty="0" err="1"/>
              <a:t>画像・あなたの写真推奨</a:t>
            </a:r>
            <a:r>
              <a:rPr dirty="0"/>
              <a:t>】</a:t>
            </a:r>
            <a:br>
              <a:rPr dirty="0"/>
            </a:br>
            <a:r>
              <a:rPr dirty="0" err="1"/>
              <a:t>検索</a:t>
            </a:r>
            <a:r>
              <a:rPr dirty="0"/>
              <a:t>: </a:t>
            </a:r>
            <a:r>
              <a:rPr dirty="0" err="1"/>
              <a:t>串本</a:t>
            </a:r>
            <a:r>
              <a:rPr dirty="0"/>
              <a:t> </a:t>
            </a:r>
            <a:r>
              <a:rPr dirty="0" err="1"/>
              <a:t>サンゴ</a:t>
            </a:r>
            <a:r>
              <a:rPr dirty="0"/>
              <a:t> </a:t>
            </a:r>
            <a:r>
              <a:rPr dirty="0" err="1"/>
              <a:t>和歌山</a:t>
            </a:r>
            <a:br>
              <a:rPr dirty="0"/>
            </a:br>
            <a:r>
              <a:rPr dirty="0"/>
              <a:t>比: 4:5</a:t>
            </a:r>
            <a:br>
              <a:rPr dirty="0"/>
            </a:br>
            <a:r>
              <a:rPr dirty="0" err="1"/>
              <a:t>雰囲気</a:t>
            </a:r>
            <a:r>
              <a:rPr dirty="0"/>
              <a:t>: </a:t>
            </a:r>
            <a:r>
              <a:rPr dirty="0" err="1"/>
              <a:t>子どもの笑顔・感動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④ 串本（和歌山）※最重要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世界最北のサンゴ礁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生き物が豊富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家族旅行との相性◎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実際の子どもたちの反応が非常に大きかった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→ あなたの実体験エピソードを厚く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4143A99-6B6B-B46F-7FE1-0ACFDE3B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96440"/>
            <a:ext cx="6667500" cy="3810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シュノーケルの楽しみ方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魚を探す＝海の宝探し感覚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親子で同じ景色を共有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写真・動画で思い出倍増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朝イチが最強（車中泊と相性◎）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安全に楽しむための装備優先順位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【最優先】ライフジャケット / マリンシューズ / マスク＆シュノーケル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【快適性アップ】フィン / ドライシュノーケル / 度付きゴーグル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【余裕があれば】マリン手袋 / ラッシュガード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Yu Gothic"/>
              </a:defRPr>
            </a:pPr>
            <a:r>
              <a:t>道具を整えると「遊び」から「スポーツ」に変わります。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最重要：マリンシューズ＆本格装備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マリンシューズ：足のケガ防止・滑り止め・フィン擦れ防止（一番地味で一番重要）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フィン：股関節から大きくゆっくり。自転車こぎはNG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ドライシュノーケル：水が入りにくく子ども向き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度付きゴーグル：見え方が変わると感動の量が変わる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マリン専用手袋：岩場・滑り止め・ケガ防止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4F72"/>
                </a:solidFill>
                <a:latin typeface="Yu Gothic"/>
              </a:defRPr>
            </a:pPr>
            <a:r>
              <a:t>フィンの正しい使い方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14400"/>
            <a:ext cx="384048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t>【左に画像】</a:t>
            </a:r>
            <a:br/>
            <a:r>
              <a:t>❌ NGキック</a:t>
            </a:r>
            <a:br/>
            <a:r>
              <a:t>検索: 自転車こぎ キック 水泳</a:t>
            </a:r>
            <a:br/>
            <a:r>
              <a:t>比: 1:1</a:t>
            </a:r>
            <a:br/>
            <a:r>
              <a:t>膝だけ・バシャバシャ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46320" y="914400"/>
            <a:ext cx="3840480" cy="365760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t>【右に画像】</a:t>
            </a:r>
            <a:br/>
            <a:r>
              <a:t>✅ 正しいキック</a:t>
            </a:r>
            <a:br/>
            <a:r>
              <a:t>検索: フィン キック 股関節</a:t>
            </a:r>
            <a:br/>
            <a:r>
              <a:t>比: 1:1</a:t>
            </a:r>
            <a:br/>
            <a:r>
              <a:t>ゆったり大きく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09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フィンは「速く」ではなく「ゆっくり大きく」が正解です。</a:t>
            </a:r>
          </a:p>
        </p:txBody>
      </p:sp>
      <p:pic>
        <p:nvPicPr>
          <p:cNvPr id="3074" name="Picture 2" descr="4">
            <a:extLst>
              <a:ext uri="{FF2B5EF4-FFF2-40B4-BE49-F238E27FC236}">
                <a16:creationId xmlns:a16="http://schemas.microsoft.com/office/drawing/2014/main" id="{3DE5E969-0E26-605E-B1FB-1E0C4F17A1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06" y="960120"/>
            <a:ext cx="4707467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7">
            <a:extLst>
              <a:ext uri="{FF2B5EF4-FFF2-40B4-BE49-F238E27FC236}">
                <a16:creationId xmlns:a16="http://schemas.microsoft.com/office/drawing/2014/main" id="{F4C8A40F-EDF6-C1D0-0A60-5730B11CF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025" y="1815465"/>
            <a:ext cx="497840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7" name="Rectangle 3076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車中泊×シュノーケル最強説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海の近くに前泊できる → 朝イチで一番きれいな海に入れる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宿泊費が浮く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「海遊びの満足度は、朝の一番風呂で決まります。」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914400"/>
            <a:ext cx="4023360" cy="4754880"/>
          </a:xfrm>
          <a:prstGeom prst="roundRect">
            <a:avLst/>
          </a:prstGeom>
          <a:solidFill>
            <a:srgbClr val="F0F8FF"/>
          </a:solidFill>
          <a:ln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2C3E50"/>
                </a:solidFill>
                <a:latin typeface="Yu Gothic"/>
              </a:defRPr>
            </a:pPr>
            <a:r>
              <a:t>【画像・あなたの写真推奨】</a:t>
            </a:r>
            <a:br/>
            <a:r>
              <a:t>検索: ハイエース 車中泊 内装</a:t>
            </a:r>
            <a:br/>
            <a:r>
              <a:t>比: 4:5</a:t>
            </a:r>
            <a:br/>
            <a:r>
              <a:t>雰囲気: テレビ・キッチン・くつろぎ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74320"/>
            <a:ext cx="4114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4F72"/>
                </a:solidFill>
                <a:latin typeface="Yu Gothic"/>
              </a:defRPr>
            </a:pPr>
            <a:r>
              <a:t>ハイエース車内装備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96012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サブバッテリー（電源の心配なし）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電子レンジ（コンビニ飯が温かい・雨の日の神）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テレビ＋Amazon Fire TV Stick（夜は動く映画館）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キッチンセット（朝ごはんを現地で作れる）</a:t>
            </a:r>
          </a:p>
          <a:p>
            <a:pPr>
              <a:spcAft>
                <a:spcPts val="600"/>
              </a:spcAft>
              <a:defRPr sz="1600">
                <a:solidFill>
                  <a:srgbClr val="1B4F72"/>
                </a:solidFill>
                <a:latin typeface="Yu Gothic"/>
              </a:defRPr>
            </a:pPr>
            <a:r>
              <a:t>• 炊飯器（海上がりの炊きたては反則級）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8064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4F72"/>
                </a:solidFill>
                <a:latin typeface="Yu Gothic"/>
              </a:defRPr>
            </a:pPr>
            <a:r>
              <a:t>もはや小さな動く家です。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E8CB983C-4694-CFB9-B637-B31E4427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0075"/>
            <a:ext cx="3870484" cy="51606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他レジャーとのコスパ比較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73152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シュノーケル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遊園地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キャンプ</a:t>
                      </a:r>
                    </a:p>
                  </a:txBody>
                  <a:tcPr>
                    <a:solidFill>
                      <a:srgbClr val="1B4F72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初期費用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 安い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なし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 高い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維持費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ほぼゼロ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毎回高い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かかる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子ども満足度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○</a:t>
                      </a:r>
                    </a:p>
                  </a:txBody>
                  <a:tcPr>
                    <a:solidFill>
                      <a:srgbClr val="FFFFFF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自然体験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△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C3E50"/>
                          </a:solidFill>
                          <a:latin typeface="Yu Gothic"/>
                        </a:defRPr>
                      </a:pPr>
                      <a:r>
                        <a:t>◎</a:t>
                      </a:r>
                    </a:p>
                  </a:txBody>
                  <a:tcPr>
                    <a:solidFill>
                      <a:srgbClr val="F4E4D0"/>
                    </a:solidFill>
                    <a:lnL w="12700">
                      <a:solidFill>
                        <a:srgbClr val="B0D4E0"/>
                      </a:solidFill>
                    </a:lnL>
                    <a:lnR w="12700">
                      <a:solidFill>
                        <a:srgbClr val="B0D4E0"/>
                      </a:solidFill>
                    </a:lnR>
                    <a:lnT w="12700">
                      <a:solidFill>
                        <a:srgbClr val="B0D4E0"/>
                      </a:solidFill>
                    </a:lnT>
                    <a:lnB w="12700">
                      <a:solidFill>
                        <a:srgbClr val="B0D4E0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4F72"/>
                </a:solidFill>
                <a:latin typeface="Yu Gothic"/>
              </a:defRPr>
            </a:pPr>
            <a:r>
              <a:t>→ 大家族ほど最強の遊び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4F72"/>
                </a:solidFill>
                <a:latin typeface="Yu Gothic"/>
              </a:defRPr>
            </a:pPr>
            <a: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豪華なホテルに泊まらなくても、高価なアクティビティがなくても、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家族みんなで同じ海をのぞいた時間は、想像以上に心に残ります。</a:t>
            </a:r>
          </a:p>
          <a:p>
            <a:pPr>
              <a:spcAft>
                <a:spcPts val="800"/>
              </a:spcAft>
              <a:defRPr sz="1800">
                <a:solidFill>
                  <a:srgbClr val="1B4F72"/>
                </a:solidFill>
                <a:latin typeface="Yu Gothic"/>
              </a:defRPr>
            </a:pPr>
            <a:r>
              <a:t>• 子どもが大きくなっても、一緒に同じ海をのぞいた記憶は残り続けます。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B4F72"/>
                </a:solidFill>
                <a:latin typeface="Yu Gothic"/>
              </a:defRPr>
            </a:pPr>
            <a:r>
              <a:t>次の休日、ちょっと海をのぞいてみませんか？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82296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585</Words>
  <Application>Microsoft Office PowerPoint</Application>
  <PresentationFormat>画面に合わせる (4:3)</PresentationFormat>
  <Paragraphs>134</Paragraphs>
  <Slides>19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琢哉 渡邊</cp:lastModifiedBy>
  <cp:revision>2</cp:revision>
  <dcterms:created xsi:type="dcterms:W3CDTF">2013-01-27T09:14:16Z</dcterms:created>
  <dcterms:modified xsi:type="dcterms:W3CDTF">2026-02-24T12:49:45Z</dcterms:modified>
  <cp:category/>
</cp:coreProperties>
</file>