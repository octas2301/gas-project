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Yu Gothic"/>
              </a:defRPr>
            </a:pPr>
            <a:r>
              <a:t>家族8人でも最強に楽しめる</a:t>
            </a:r>
            <a:br/>
            <a:r>
              <a:t>車中泊×シュノーケル</a:t>
            </a:r>
          </a:p>
          <a:p>
            <a:pPr>
              <a:spcBef>
                <a:spcPts val="1200"/>
              </a:spcBef>
              <a:defRPr sz="2000">
                <a:latin typeface="Yu Gothic"/>
              </a:defRPr>
            </a:pPr>
            <a:r>
              <a:t>子ども6人・ハイエースで海へ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自己紹介＋導入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子ども6人の8人家族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ハイエースで車中泊しながら海へ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海での子どもたちのリアクション（感情描写）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そこで出会ったのが「シュノーケル」でした。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シュノーケルとは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特別な資格不要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浅瀬でOK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子どもでもできる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最も始めやすいマリンスポーツ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マリンスポーツの全体像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【手軽ゾーン】シュノーケル / SUP / カヤック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【本格潜水】スキューバダイビング / フリーダイビング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【ライド系】サーフィン / ジェットスキー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【体験レジャー】バナナボート / パラセーリング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この中で、最も参入障壁が低いのがシュノーケルです。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大家族視点での比較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400"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latin typeface="Yu Gothic"/>
                        </a:defRPr>
                      </a:pPr>
                      <a:r>
                        <a:t>シュノーケル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latin typeface="Yu Gothic"/>
                        </a:defRPr>
                      </a:pPr>
                      <a:r>
                        <a:t>ダイビング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latin typeface="Yu Gothic"/>
                        </a:defRPr>
                      </a:pPr>
                      <a:r>
                        <a:t>サーフィン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初期費用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 安い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 高い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技術習得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 不要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 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年齢対応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 幅広い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 制限あり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家族同時参加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シュノーケルの立ち位置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入口でありながら、装備次第で本格スポーツに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参入難易度：最も低い / 装備コスト：最も安い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年齢対応幅：最も広い / 家族適性：最強クラス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「ただの海遊び」ではなく、最も裾野が広いマリンスポーツ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名古屋から行けるおすすめ4選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① 水晶浜（福井）— ファミリー入門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② 水島（福井）— 北陸のハワイ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③ ヒリゾ浜（静岡）— 本州トップ級の透明度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④ 串本（和歌山）— 世界最北のサンゴ礁 ※実体験厚め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① 水晶浜（福井）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遠浅で子連れ最強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透明度が高い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アクセス良好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→ ファミリー入門に最適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② 水島（福井）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船で渡る特別感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「北陸のハワイ」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子どもテンションMAX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→ 非日常体験ができる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③ ヒリゾ浜（静岡）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本州トップ級の透明度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魚の量が段違い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やや上級者向け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→ 感動体験枠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④ 串本（和歌山）※最重要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世界最北のサンゴ礁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生き物が豊富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家族旅行との相性◎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実際の子どもたちの反応が非常に大きかった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→ あなたの実体験エピソードを厚く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シュノーケルの楽しみ方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魚を探す＝海の宝探し感覚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親子で同じ景色を共有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写真・動画で思い出倍増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朝イチが最強（車中泊と相性◎）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安全に楽しむための装備優先順位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【最優先】ライフジャケット / マリンシューズ / マスク＆シュノーケル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【快適性アップ】フィン / ドライシュノーケル / 度付きゴーグル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【余裕があれば】マリン手袋 / ラッシュガード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道具を整えると「遊び」から「スポーツ」に変わります。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最重要：マリンシューズ＆本格装備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マリンシューズ：足のケガ防止・滑り止め・フィン擦れ防止（一番地味で一番重要）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フィン：股関節から大きくゆっくり。自転車こぎはNG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ドライシュノーケル：水が入りにくく子ども向き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度付きゴーグル：見え方が変わると感動の量が変わる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マリン専用手袋：岩場・滑り止め・ケガ防止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フィンの正しい使い方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❌ NG：自転車こぎキック（膝だけ・水面を叩く・すぐ疲れる）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✅ OK：股関節から大きくゆっくり（少ない力で長く泳げる）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フィンは「速く」ではなく「ゆっくり大きく」が正解です。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車中泊×シュノーケル最強説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海の近くに前泊できる → 朝イチで一番きれいな海に入れる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宿泊費が浮く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「海遊びの満足度は、朝の一番風呂で決まります。」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ハイエース車内装備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サブバッテリー（電源の心配なし）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電子レンジ（コンビニ飯が温かい・雨の日の神）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テレビ＋Amazon Fire TV Stick（夜は動く映画館）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キッチンセット（朝ごはんを現地で作れる）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炊飯器（海上がりの炊きたては反則級）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もはや小さな動く家です。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他レジャーとのコスパ比較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400"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latin typeface="Yu Gothic"/>
                        </a:defRPr>
                      </a:pPr>
                      <a:r>
                        <a:t>シュノーケル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latin typeface="Yu Gothic"/>
                        </a:defRPr>
                      </a:pPr>
                      <a:r>
                        <a:t>遊園地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latin typeface="Yu Gothic"/>
                        </a:defRPr>
                      </a:pPr>
                      <a:r>
                        <a:t>キャンプ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初期費用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 安い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 高い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維持費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ほぼゼロ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毎回高い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かかる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子ども満足度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自然体験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latin typeface="Yu Gothic"/>
              </a:defRPr>
            </a:pPr>
            <a:r>
              <a:t>→ 大家族ほど最強の遊び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豪華なホテルに泊まらなくても、高価なアクティビティがなくても、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家族みんなで同じ海をのぞいた時間は、想像以上に心に残ります。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子どもが大きくなっても、一緒に同じ海をのぞいた記憶は残り続けます。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次の休日、ちょっと海をのぞいてみませんか？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